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SM36 / SM37 → OData API 전환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Job Framework 기반 배치 인터페이스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67328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· 액션 · 호출 방법 비교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전환 구조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+ BDC 로 SM36 화면을 치던 것을 표준 API 호출로 바꾼다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081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37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시스템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063240" y="173736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01568" y="1737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01568" y="1737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ZBC_BATCH_JOB_*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16168" y="173736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54496" y="1737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54496" y="1737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BDC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SM36 화면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769096" y="173736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07424" y="17373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07424" y="17373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ABAP Report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6484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977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시스템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063240" y="397764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01568" y="39776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01568" y="3977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OData V4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916168" y="397764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54496" y="39776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54496" y="3977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CL_APJ_RT_API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SCHEDULE_JOB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69096" y="3977640"/>
            <a:ext cx="3383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07424" y="39776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07424" y="397764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 템플릿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실행 클래스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1개 = 실행 클래스 + 잡 카탈로그 엔트리 + 잡 템플릿 (사전 등록)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 비교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RFC 4개가 OData 액션 4개로 대응한다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377440"/>
                <a:gridCol w="3200400"/>
                <a:gridCol w="2103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 RFC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OData Action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APJ 호출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ZBC_BATCH_JOB_CREATE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scheduleJob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 생성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SCHEDULE_JOB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ZBC_BATCH_JOB_CHANGE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changeJob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 변경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CANCEL_JOB + SCHEDULE_JOB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ZBC_BATCH_JOB_DELETE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 취소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CANCEL_JOB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ZBC_BATCH_JOB_STATUS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refreshStatus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 조회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GET_JOB_STATUS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16052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F4F4F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49808" y="427024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changeJob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456285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APJ 에 잡 수정 API 가 없어 취소 후 재생성한다. JobName / JobCount 가 바뀌므로 응답 값으로 갱신해야 한다.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5212080"/>
            <a:ext cx="11064240" cy="896112"/>
          </a:xfrm>
          <a:prstGeom prst="roundRect">
            <a:avLst>
              <a:gd name="adj" fmla="val 5102"/>
            </a:avLst>
          </a:prstGeom>
          <a:solidFill>
            <a:srgbClr val="F4F4F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49808" y="53218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refreshStatus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5614416"/>
            <a:ext cx="10661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는 잡 이름 + 기간으로 검색했으나 APJ 는 JobName + JobCount 로 1건만 읽는다.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호출 방법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연결 대신 HTTP POST + JSON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— RFC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10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Destination 필요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 / 테이블 파라미터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957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GUI 연결 전제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EDEDE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090672"/>
            <a:ext cx="50749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 FUNCTION 'ZBC_BATCH_JOB_CREATE'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DESTINATION lv_rfc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EXPORTING  i_info    = ls_info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IMPORTING  e_jobname = lv_name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TABLES     it_pg     = lt_pg.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1417320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TO-BE — OData V4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810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표준. RFC 연결 불필요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본문은 JSON 한 덩어리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3957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X-CSRF-Token 필요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74320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017520"/>
            <a:ext cx="5349240" cy="1783080"/>
          </a:xfrm>
          <a:prstGeom prst="roundRect">
            <a:avLst>
              <a:gd name="adj" fmla="val 2564"/>
            </a:avLst>
          </a:prstGeom>
          <a:solidFill>
            <a:srgbClr val="2B2B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0" y="3090672"/>
            <a:ext cx="5074920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/sap/opu/odata4/sap/zui_batch_schedule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/srvd/sap/zui_batch_schedule/0001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/BatchSchedule/…scheduleJob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application/json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X-CSRF-Token: {token}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응답은 생성된 이력 행 1건. JobName / JobCount / Message 가 실려 나온다.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매핑 ① — 잡 정의 · 시작 조건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scheduleJob / changeJob 기준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pgid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JobTemplateName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실행 대상. 템플릿 → 카탈로그 엔트리 → 실행 클래스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jobname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JobText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논리 잡명. 실제 JobName 은 APJ 가 생성해 반환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jobuser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JobUser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실행 권한 사용자 (TBTCO-AUTHCKNAM)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(variant)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Parameters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프로그램 파라미터 값. JSON 배열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시작 일시. CHAR(15) — AS-IS 형식 그대로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StartImmediately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즉시 실행 여부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EndDateTime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종료 일시. 이후로는 새로 시작하지 않음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ztimezone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TimeZone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계산 기준 타임존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매핑 ② — 반복 주기 · 공장달력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PeriodMonths 와 짝으로 쓴다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5029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OData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repcycle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PeriodMinutes / Hours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주기 단위. 단위 하나만 채운다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repcycle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PeriodDays / Weeks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반복 주기 단위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workperiod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PeriodMonths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 반복 주기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facdatetime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CalendarId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공장달력 ID. 작업일 판정 기준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workday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MonthDay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월중 실행일 (그 달의 n 번째)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UseWorkingDays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MonthDay 를 작업일로 센다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workrel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CountFromMonthEnd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월말부터 거꾸로 센다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StartRestriction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비근무일 처리  D 건너뜀 / B 앞당김 / A 미룸 / N 실행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잡 단계 (Step)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SM36 은 잡에, APJ 는 템플릿에 단계를 정의한다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템플릿을 만드는 곳이 둘이고, 단계는 한쪽에만 있다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60520"/>
                <a:gridCol w="4160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ADT (개발자)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Fiori 앱 (현업)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 설정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있음 — 다단계 잡은 여기서만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템플릿 이름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직접 지정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ZZ1_0000 자동 생성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유형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글로벌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개인 / 공유 / 참조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79476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입력은 그대로다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3383280" y="3794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SCHEDULE_JOB 은 템플릿 이름 하나만 받는다. 단계 구성은 템플릿이 들고 있으므로 다단계 잡이어도 호출 형태가 바뀌지 않는다.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63600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step_nr — 파라미터가 붙을 단계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3383280" y="46360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프로그램 파라미터 값마다 몇 번째 단계 것인지 지정한다. 단일 단계면 1 이고, 안 보내면 서버가 1 로 채운다.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47725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54772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템플릿 유형·공유 범위 — API 호출 계정이 그 템플릿을 볼 수 있어야 한다.  ② 이관 시 ZZ1_ 번호가 시스템별로 유지되는지.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대응이 없는 파라미터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/ SM36 에는 있으나 APJ 로 넘어가지 않는 것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931920"/>
                <a:gridCol w="43891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AS-IS / SM36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내용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처리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jobclass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 우선순위 A / B / 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APJ 에 개념 없음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rundatetime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NOTBEFORE — 실행 하한 시각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대응 필드 없음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worktime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공장근무시간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대응 미확인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repcycle (복수)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단위 합산 주기 (1개월 + 15일)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APJ 는 단위 1개만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sysid / mandt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대상 시스템 · client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엔드포인트가 대신함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gubun / reqreason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업무구분 · 요청사유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이력 컬럼 추가로 대응 가능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(SM36) After job / event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선행 잡 · 이벤트 기동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APJ 미지원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(SM36) Spool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스풀 리스트 · 인쇄 파라미터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잡 로그로 대체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88900" marR="88900" marT="38100" marB="38100" anchor="ctr">
                    <a:lnL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02336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1115568" y="365760"/>
            <a:ext cx="10497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 예시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1115568" y="850392"/>
            <a:ext cx="10497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 는 JSON 한 덩어리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즉시 실행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5349240" cy="777240"/>
          </a:xfrm>
          <a:prstGeom prst="roundRect">
            <a:avLst>
              <a:gd name="adj" fmla="val 5882"/>
            </a:avLst>
          </a:prstGeom>
          <a:solidFill>
            <a:srgbClr val="EDEDE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810512"/>
            <a:ext cx="5074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"JobTemplateName": "ZZ1_0000",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"JobText": "즉시",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"StartImmediately": true }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146304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취소 / 상태 조회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5349240" cy="777240"/>
          </a:xfrm>
          <a:prstGeom prst="roundRect">
            <a:avLst>
              <a:gd name="adj" fmla="val 5882"/>
            </a:avLst>
          </a:prstGeom>
          <a:solidFill>
            <a:srgbClr val="EDEDE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0" y="1810512"/>
            <a:ext cx="50749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"JobName": "ZZ1_0000",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"JobCount": "12345600" }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0896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매월 3번째 작업일 · 휴일이면 앞당김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DEDE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456432"/>
            <a:ext cx="10789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"JobTemplateName": "ZZ1_0000", "JobText": "월마감",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"StartDateTime": "20261001090000", "PeriodMonths": 1,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"CalendarId": "01", "MonthDay": 3, "UseWorkingDays": true, "StartRestriction": "B" }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754880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— 단계별 프로그램 파라미터 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EDEDE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5102352"/>
            <a:ext cx="1078992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"Parameters": "[{\"step_nr\":1,\"name\":\"P_BUKRS\",\"t_value\":[{\"sign\":\"I\",\"option\":\"EQ\",\"low\":\"1000\"}]},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{ \"step_nr\":2,\"name\":\"P_WERKS\",\"t_value\":[{\"sign\":\"I\",\"option\":\"EQ\",\"low\":\"2000\"}]}]"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정리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3C3C3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91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액션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6733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AS-IS RFC 4개가 OData 액션 4개로 대응. changeJob 만 2회 호출이고 JobName 이 바뀐다.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24328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3C3C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6060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일시 · 반복 주기 · 공장달력 · 종료 일시는 그대로 넘어간다. AS-IS 형식(CHAR 15)도 유지.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557016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3C3C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570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538728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다단계 잡도 된다. 단 단계는 Fiori 앱에서 템플릿에 정의하고, API 는 템플릿 이름만 받는다.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9704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3C3C3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48970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4471416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jobclass · NOTBEFORE · 합산 주기 · 선행 잡 / 이벤트 기동은 대응이 없다.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422392"/>
            <a:ext cx="2103120" cy="457200"/>
          </a:xfrm>
          <a:prstGeom prst="roundRect">
            <a:avLst>
              <a:gd name="adj" fmla="val 10000"/>
            </a:avLst>
          </a:prstGeom>
          <a:solidFill>
            <a:srgbClr val="3C3C3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42239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작업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5404104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4E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1개마다 실행 클래스 + 잡 카탈로그 엔트리 + 잡 템플릿을 만들어야 한다.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2026-09-15T05:37:15Z</dcterms:created>
  <dcterms:modified xsi:type="dcterms:W3CDTF">2026-09-15T05:37:15Z</dcterms:modified>
</cp:coreProperties>
</file>