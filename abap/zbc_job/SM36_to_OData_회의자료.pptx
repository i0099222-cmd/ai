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28600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SM36 / SM37 → OData API 전환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320040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 Job Framework 기반 배치 인터페이스</a:t>
            </a:r>
            <a:endParaRPr lang="en-US" sz="1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749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5C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· 액션 · 호출 방법 비교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전환 구조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+ BDC 로 SM36 화면을 치던 것을 표준 API 호출로 바꾼다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2646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73736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EF2F8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48640" y="173736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시스템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063240" y="1737360"/>
            <a:ext cx="338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3401568" y="173736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EF2F8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401568" y="173736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ZBC_BATCH_JOB_*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5916168" y="1737360"/>
            <a:ext cx="338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254496" y="173736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EF2F8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254496" y="173736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BDC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SM36 화면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769096" y="1737360"/>
            <a:ext cx="338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9107424" y="173736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EEF2F8"/>
          </a:solidFill>
          <a:ln w="12700">
            <a:solidFill>
              <a:srgbClr val="DCE3E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107424" y="173736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ABAP Report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3666744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3977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9776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외부 시스템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3063240" y="3977640"/>
            <a:ext cx="338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2" name="Shape 20"/>
          <p:cNvSpPr/>
          <p:nvPr/>
        </p:nvSpPr>
        <p:spPr>
          <a:xfrm>
            <a:off x="3401568" y="3977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401568" y="39776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OData V4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5916168" y="3977640"/>
            <a:ext cx="338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6254496" y="3977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254496" y="39776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CL_APJ_RT_API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SCHEDULE_JOB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769096" y="3977640"/>
            <a:ext cx="33832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9107424" y="3977640"/>
            <a:ext cx="2514600" cy="1371600"/>
          </a:xfrm>
          <a:prstGeom prst="roundRect">
            <a:avLst>
              <a:gd name="adj" fmla="val 5333"/>
            </a:avLst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9107424" y="3977640"/>
            <a:ext cx="2514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 Template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실행 클래스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548640" y="60350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1개 = 실행 클래스 + 잡 카탈로그 엔트리 + 잡 템플릿 (사전 등록)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액션 비교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RFC 4개가 OData 액션 4개로 1:1 대응한다</a:t>
            </a:r>
            <a:endParaRPr lang="en-US" sz="1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3383280"/>
                <a:gridCol w="2377440"/>
                <a:gridCol w="3200400"/>
                <a:gridCol w="2103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AS-IS RFC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OData Action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기능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APJ 호출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ZBC_BATCH_JOB_CREATE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scheduleJob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 생성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SCHEDULE_JOB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ZBC_BATCH_JOB_CHANGE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changeJob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 변경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CANCEL_JOB + SCHEDULE_JOB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ZBC_BATCH_JOB_DELETE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cancelJob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 취소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CANCEL_JOB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ZBC_BATCH_JOB_STATUS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refreshStatus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상태 조회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GET_JOB_STATUS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160520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F4F7FB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731520" y="425196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changeJob</a:t>
            </a:r>
            <a:endParaRPr lang="en-US" sz="12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452628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APJ 에 잡 수정 API 가 없어 취소 후 재생성한다. JobName / JobCount 가 바뀌므로 응답 값으로 갱신해야 한다.</a:t>
            </a:r>
            <a:endParaRPr lang="en-US" sz="1200" dirty="0"/>
          </a:p>
        </p:txBody>
      </p:sp>
      <p:sp>
        <p:nvSpPr>
          <p:cNvPr id="10" name="Shape 7"/>
          <p:cNvSpPr/>
          <p:nvPr/>
        </p:nvSpPr>
        <p:spPr>
          <a:xfrm>
            <a:off x="548640" y="5212080"/>
            <a:ext cx="11064240" cy="896112"/>
          </a:xfrm>
          <a:prstGeom prst="roundRect">
            <a:avLst>
              <a:gd name="adj" fmla="val 8163"/>
            </a:avLst>
          </a:prstGeom>
          <a:solidFill>
            <a:srgbClr val="F4F7FB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731520" y="5303520"/>
            <a:ext cx="18288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refreshStatus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5577840"/>
            <a:ext cx="10698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는 잡 이름 + 기간으로 검색했으나 APJ 는 JobName + JobCount 로 1건만 읽는다.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호출 방법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연결 대신 HTTP POST + JSON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417320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— RFC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81051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Destination 필요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1031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구조체 / 테이블 파라미터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239572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SAP GUI 연결 전제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48640" y="297180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F4F7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85800" y="31089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CALL FUNCTION 'ZBC_BATCH_JOB_CREATE'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DESTINATION lv_rfc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EXPORTING  i_info   = ls_info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IMPORTING  e_jobname = lv_name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TABLES     it_pg     = lt_pg.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63640" y="1417320"/>
            <a:ext cx="5349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TO-BE — OData V4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263640" y="1810512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 표준. RFC 연결 불필요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263640" y="2103120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본문은 JSON 한 덩어리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263640" y="2395728"/>
            <a:ext cx="5349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X-CSRF-Token 필요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263640" y="2971800"/>
            <a:ext cx="5349240" cy="1783080"/>
          </a:xfrm>
          <a:prstGeom prst="roundRect">
            <a:avLst>
              <a:gd name="adj" fmla="val 3077"/>
            </a:avLst>
          </a:prstGeom>
          <a:solidFill>
            <a:srgbClr val="1E276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00800" y="3108960"/>
            <a:ext cx="507492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POST /sap/opu/odata4/sap/zui_batch_schedule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/srvd/sap/zui_batch_schedule/0001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/BatchSchedule/…scheduleJob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Content-Type: application/json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CADCF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X-CSRF-Token: {token}</a:t>
            </a:r>
            <a:endParaRPr lang="en-US" sz="105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512064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응답은 생성된 이력 행 1건. JobName / JobCount / Message 가 실려 나온다.</a:t>
            </a:r>
            <a:endParaRPr lang="en-US" sz="12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매핑 ① — 잡 정의 · 시작 조건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scheduleJob / changeJob 기준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029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AS-IS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OData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pgid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JobTemplateName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실행 대상. 템플릿 → 카탈로그 엔트리 → 실행 클래스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jobname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JobText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논리 잡명. 실제 JobName 은 APJ 가 생성해 반환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jobuser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JobUser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실행 권한 사용자 (TBTCO-AUTHCKNAM)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(variant)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Parameters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프로그램 파라미터 값. JSON 배열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sdatetime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StartDateTime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시작 일시. CHAR(15) — AS-IS 형식 그대로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StartImmediately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즉시 실행 여부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edatetime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EndDateTime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종료 일시. 이후로는 새로 시작하지 않음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ztimezone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TimeZone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반복 계산 기준 타임존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 매핑 ② — 반복 주기 · 공장달력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PeriodMonths 와 짝으로 쓴다</a:t>
            </a:r>
            <a:endParaRPr lang="en-US" sz="1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50292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AS-IS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OData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역할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repcycle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PeriodMinutes / Hours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반복 주기 단위. 단위 하나만 채운다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repcycle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PeriodDays / Weeks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반복 주기 단위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workperiod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PeriodMonths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 반복 주기. 값이 곧 주기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facdatetime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CalendarId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공장달력 ID. 작업일 판정 기준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workday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MonthDay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월중 실행일 (그 달의 n 번째)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UseWorkingDays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MonthDay 를 작업일로 센다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workrel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CountFromMonthEnd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월말부터 거꾸로 센다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—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StartRestriction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비근무일 처리  D 건너뜀 / B 앞당김 / A 미룸 / N 실행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대응이 없는 파라미터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/ SM36 에는 있으나 APJ 로 넘어가지 않는 것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6424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931920"/>
                <a:gridCol w="438912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AS-IS / SM36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내용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처리</a:t>
                      </a:r>
                      <a:endParaRPr lang="en-US" sz="11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jobclass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 우선순위 A / B / C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APJ 에 개념 없음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rundatetime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NOTBEFORE — 실행 하한 시각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대응 필드 없음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worktime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공장근무시간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대응 미확인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repcycle (복수)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단위 합산 주기 (1개월 + 15일)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APJ 는 단위 1개만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sysid / mandt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대상 시스템 · client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엔드포인트가 대신함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gubun / reqreason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업무구분 · 요청사유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이력 컬럼 추가로 대응 가능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(SM36) After job / event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선행 잡 · 이벤트 기동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APJ 미지원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(SM36) Spool</a:t>
                      </a:r>
                      <a:endParaRPr lang="en-US" sz="125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스풀 리스트 · 인쇄 파라미터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13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잡 로그로 대체</a:t>
                      </a:r>
                      <a:endParaRPr lang="en-US" sz="12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38100" marB="38100" anchor="ctr">
                    <a:lnL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3E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11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1E2761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48640" y="4114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15568" y="384048"/>
            <a:ext cx="1049731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요청 예시</a:t>
            </a:r>
            <a:endParaRPr lang="en-US" sz="2600" dirty="0"/>
          </a:p>
        </p:txBody>
      </p:sp>
      <p:sp>
        <p:nvSpPr>
          <p:cNvPr id="5" name="Text 3"/>
          <p:cNvSpPr txBox="1"/>
          <p:nvPr/>
        </p:nvSpPr>
        <p:spPr>
          <a:xfrm>
            <a:off x="1115568" y="868680"/>
            <a:ext cx="104973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Body 는 JSON 한 덩어리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155448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즉시 실행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4F7FB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8368" y="1901952"/>
            <a:ext cx="512978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"JobTemplateName": "ZJT_BATCH_SAMPLE",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"JobText": "즉시",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"StartImmediately": true }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54480"/>
            <a:ext cx="5349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취소 / 상태 조회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63640" y="1828800"/>
            <a:ext cx="5349240" cy="777240"/>
          </a:xfrm>
          <a:prstGeom prst="roundRect">
            <a:avLst>
              <a:gd name="adj" fmla="val 7059"/>
            </a:avLst>
          </a:prstGeom>
          <a:solidFill>
            <a:srgbClr val="F4F7FB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373368" y="1901952"/>
            <a:ext cx="5129784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"JobName": "ZJT_BATCH_SAMPLE",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"JobCount": "12345600" }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320040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매월 3번째 작업일 · 휴일이면 앞당김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11064240" cy="868680"/>
          </a:xfrm>
          <a:prstGeom prst="roundRect">
            <a:avLst>
              <a:gd name="adj" fmla="val 6316"/>
            </a:avLst>
          </a:prstGeom>
          <a:solidFill>
            <a:srgbClr val="F4F7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58368" y="3547872"/>
            <a:ext cx="1084478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 "JobTemplateName": "ZJT_BATCH_SAMPLE", "JobText": "월마감",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"StartDateTime": "20261001090000", "PeriodMonths": 1,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"CalendarId": "01", "MonthDay": 3, "UseWorkingDays": true, "StartRestriction": "B" }</a:t>
            </a:r>
            <a:endParaRPr lang="en-US" sz="1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46320"/>
            <a:ext cx="11064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Parameters — 프로그램 파라미터 값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5120640"/>
            <a:ext cx="11064240" cy="548640"/>
          </a:xfrm>
          <a:prstGeom prst="roundRect">
            <a:avLst>
              <a:gd name="adj" fmla="val 10000"/>
            </a:avLst>
          </a:prstGeom>
          <a:solidFill>
            <a:srgbClr val="F4F7F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193792"/>
            <a:ext cx="1084478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6213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"Parameters": "[{\"step_nr\":1,\"name\":\"P_BUKRS\",\"t_value\":[{\"sign\":\"I\",\"option\":\"EQ\",\"low\":\"1000\"}]}]"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008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정리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CADCFC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783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액션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926080" y="17647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AS-IS RFC 4개가 OData 액션 4개로 1:1 대응. changeJob 만 2회 호출이고 JobName 이 바뀐다.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9260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CADCFC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48640" y="2926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파라미터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2926080" y="29077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시작 일시·반복 주기·공장달력·종료 일시는 그대로 넘어간다. AS-IS 형식(CHAR 15)도 유지.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548640" y="40690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CADCF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4069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제약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926080" y="40507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jobclass · NOTBEFORE · 합산 주기 · 선행 잡/이벤트 기동은 대응이 없다.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5212080"/>
            <a:ext cx="2103120" cy="457200"/>
          </a:xfrm>
          <a:prstGeom prst="roundRect">
            <a:avLst>
              <a:gd name="adj" fmla="val 16000"/>
            </a:avLst>
          </a:prstGeom>
          <a:solidFill>
            <a:srgbClr val="CADCF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521208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사전 작업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2926080" y="5193792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배치 1개마다 실행 클래스 + 잡 카탈로그 엔트리 + 잡 템플릿을 만들어야 한다.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2026-09-15T01:29:56Z</dcterms:created>
  <dcterms:modified xsi:type="dcterms:W3CDTF">2026-09-15T01:29:56Z</dcterms:modified>
</cp:coreProperties>
</file>